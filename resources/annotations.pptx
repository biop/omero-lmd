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3B37D-35E5-48B7-8123-2CD85A6C95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CEA840-7F7E-4D73-9731-254A74C8A0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CD197-2FCA-40DF-B853-3FFB10ECD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C3A9-9054-463E-B6B8-DFDCDD8DB34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A1A76-54FE-4D22-B30F-C976FEE48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DCA6B-9547-42D4-82C3-4D164E11B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A6-8069-40E5-A1E5-1D62C3BF1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380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2AB6B-E579-4A99-81DB-0E5063F97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42651-372D-4434-B18E-89939D271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88E2A-C817-4D27-A6C8-82BC140F2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C3A9-9054-463E-B6B8-DFDCDD8DB34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F6313-7A44-41E4-AF14-EAEE3CBB7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DFE1A-41CE-40F0-A792-F5B169DE9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A6-8069-40E5-A1E5-1D62C3BF1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433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FAC01-A626-4628-AFFA-B1992E778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BA936-7633-44D7-A58F-FCBAD4572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3EC88-5323-4805-9741-8C276300D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C3A9-9054-463E-B6B8-DFDCDD8DB34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FA3A3-1206-47AB-9E53-813150FA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DF36A-596D-4A08-A972-E35E0D51D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A6-8069-40E5-A1E5-1D62C3BF1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10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42A15-87CE-4E56-A4F8-0FA4A2A88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5F410-EEEC-450F-B71F-06B72AA808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BC95E2-72FF-4C46-A82C-1C7AF6076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E204A-A491-44EC-937A-AE4DA334D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C3A9-9054-463E-B6B8-DFDCDD8DB34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3E64B-3CD3-4121-9224-1DA71377E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EF961-7852-47C4-8C71-60D0BC92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A6-8069-40E5-A1E5-1D62C3BF1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58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D34E6-258D-460F-8FCA-936C87620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ED755-6A46-425D-8D2E-DCDA5E5AA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6B5B8-96F0-4AB9-B9EE-576FD0BBB2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181F49-00DB-408E-BEE4-58D854CDA4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45E3E0-76ED-4D9B-AE2C-FF5A300BDD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AE0BED-94DF-43FC-975A-87DA685EC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C3A9-9054-463E-B6B8-DFDCDD8DB34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615E30-468F-4AA0-B8B2-6B311BE85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D19A2A-E239-431B-94E5-6A7C2F247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A6-8069-40E5-A1E5-1D62C3BF1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291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80DE8-0E85-415B-B73D-F20741538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D10D62-B640-48A8-B51F-DDE77B14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C3A9-9054-463E-B6B8-DFDCDD8DB34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3B5B5B-CBBC-4B16-B9A0-6E21E7EB2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9EB79-C79F-43DE-8DCD-439796A08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A6-8069-40E5-A1E5-1D62C3BF1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424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689975-FC84-4A74-946E-C588D5CCB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C3A9-9054-463E-B6B8-DFDCDD8DB34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D1AA8D-71BE-4402-AD40-86BDB26D0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0A118-1C1C-4263-BA35-D4F522460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A6-8069-40E5-A1E5-1D62C3BF1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113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A3992-BB63-4A45-B2CB-3FCC5CBAC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1E849-0F9D-4757-AF85-C94EF32DD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DFC880-5369-4EBC-8F5E-B0564A043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90DB66-1678-4F5B-B6EF-8AE098D66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C3A9-9054-463E-B6B8-DFDCDD8DB34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2D7913-0AD4-4761-9368-4ACF57B35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064AF-B998-40F6-845D-3BC188CE2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A6-8069-40E5-A1E5-1D62C3BF1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9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B3B55-CED2-4E5F-850E-4EA6EAB67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551C35-6AD2-4234-A622-571DA6B76F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ECEC10-44D4-4917-B711-27FE4EE0B3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BFDCD-EFD3-44C1-B0C0-5920488F8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C3A9-9054-463E-B6B8-DFDCDD8DB34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471A3-F208-4EF6-9CD2-119DAB9B0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8D7DEC-91AD-45B2-ADB3-99ACC475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A6-8069-40E5-A1E5-1D62C3BF1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19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E6AB1-10EE-47D8-8783-84763516A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EFED30-5230-4E0D-8731-02D29D5B6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2879D-F9D2-4F12-8DF5-C97C38008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C3A9-9054-463E-B6B8-DFDCDD8DB34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8A9FF-F5D5-402F-84FA-372A2AB18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800E9-899D-40FE-B28A-EC3E9612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A6-8069-40E5-A1E5-1D62C3BF1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43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777586-BCDA-4056-9D8F-57BE1F36B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21F9B-119D-4674-BBB3-765CAA05FF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380DB-4C74-4F3D-9C7B-E6464F5C1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DC3A9-9054-463E-B6B8-DFDCDD8DB34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5930C-AC7D-4443-935D-40678CB59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20A4D-A08E-4AE1-946C-AF949E47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F41A6-8069-40E5-A1E5-1D62C3BF1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313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C7F6C7-BAB5-439D-92C1-D76E65861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863D8-22B6-4B9A-95F6-0CFBDB85F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B14B3-F1A0-4A06-AB80-19D0D9EEC8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DC3A9-9054-463E-B6B8-DFDCDD8DB34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3680E-2C54-490E-9EBE-18475E6307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E996B-6D98-46FB-B64C-090517B4C2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F41A6-8069-40E5-A1E5-1D62C3BF1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788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A909768-1F84-41FD-9766-F0E779F080C4}"/>
              </a:ext>
            </a:extLst>
          </p:cNvPr>
          <p:cNvGrpSpPr/>
          <p:nvPr/>
        </p:nvGrpSpPr>
        <p:grpSpPr>
          <a:xfrm>
            <a:off x="2774090" y="837874"/>
            <a:ext cx="7304486" cy="4642348"/>
            <a:chOff x="700652" y="0"/>
            <a:chExt cx="10790696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2730FB2-08DF-465B-A7D5-D0785190EA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0652" y="0"/>
              <a:ext cx="10790696" cy="6858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4FE81C3-D8E7-417D-902F-90246D1346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00375" y="4504038"/>
              <a:ext cx="3572056" cy="2296322"/>
            </a:xfrm>
            <a:prstGeom prst="rect">
              <a:avLst/>
            </a:prstGeom>
          </p:spPr>
        </p:pic>
      </p:grpSp>
      <p:sp>
        <p:nvSpPr>
          <p:cNvPr id="7" name="Arrow: Down 6">
            <a:extLst>
              <a:ext uri="{FF2B5EF4-FFF2-40B4-BE49-F238E27FC236}">
                <a16:creationId xmlns:a16="http://schemas.microsoft.com/office/drawing/2014/main" id="{3335BA7E-887A-4591-B6A3-0FDB191A0B23}"/>
              </a:ext>
            </a:extLst>
          </p:cNvPr>
          <p:cNvSpPr/>
          <p:nvPr/>
        </p:nvSpPr>
        <p:spPr>
          <a:xfrm>
            <a:off x="3021227" y="482600"/>
            <a:ext cx="191530" cy="293490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A2B87D-9D3F-4A65-BBE9-5BE277B81998}"/>
              </a:ext>
            </a:extLst>
          </p:cNvPr>
          <p:cNvSpPr txBox="1"/>
          <p:nvPr/>
        </p:nvSpPr>
        <p:spPr>
          <a:xfrm>
            <a:off x="2966149" y="113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C11B6F67-A678-45A9-A374-59B048B75104}"/>
              </a:ext>
            </a:extLst>
          </p:cNvPr>
          <p:cNvSpPr/>
          <p:nvPr/>
        </p:nvSpPr>
        <p:spPr>
          <a:xfrm rot="16200000">
            <a:off x="3011844" y="2169936"/>
            <a:ext cx="191530" cy="1165697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90C151-87CF-4D35-B012-E35BBBC33631}"/>
              </a:ext>
            </a:extLst>
          </p:cNvPr>
          <p:cNvSpPr txBox="1"/>
          <p:nvPr/>
        </p:nvSpPr>
        <p:spPr>
          <a:xfrm>
            <a:off x="1948117" y="2568118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/ 7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BB9A4A75-D0A8-41AC-B03A-1D5DCC038BB1}"/>
              </a:ext>
            </a:extLst>
          </p:cNvPr>
          <p:cNvSpPr/>
          <p:nvPr/>
        </p:nvSpPr>
        <p:spPr>
          <a:xfrm rot="16200000" flipV="1">
            <a:off x="8253763" y="3156129"/>
            <a:ext cx="191530" cy="899832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D48EF9-4580-4442-B0DE-E975BE707C5E}"/>
              </a:ext>
            </a:extLst>
          </p:cNvPr>
          <p:cNvSpPr txBox="1"/>
          <p:nvPr/>
        </p:nvSpPr>
        <p:spPr>
          <a:xfrm>
            <a:off x="8882317" y="342137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E5095A99-9140-4B6D-915F-A283DEAB2E8E}"/>
              </a:ext>
            </a:extLst>
          </p:cNvPr>
          <p:cNvSpPr/>
          <p:nvPr/>
        </p:nvSpPr>
        <p:spPr>
          <a:xfrm flipV="1">
            <a:off x="4254058" y="2803764"/>
            <a:ext cx="191530" cy="1280556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165969-CCC0-408B-A3B3-BEC51FFE78B4}"/>
              </a:ext>
            </a:extLst>
          </p:cNvPr>
          <p:cNvSpPr txBox="1"/>
          <p:nvPr/>
        </p:nvSpPr>
        <p:spPr>
          <a:xfrm>
            <a:off x="4198980" y="40702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63C28BFA-6AEB-4E98-840C-937E81489196}"/>
              </a:ext>
            </a:extLst>
          </p:cNvPr>
          <p:cNvSpPr/>
          <p:nvPr/>
        </p:nvSpPr>
        <p:spPr>
          <a:xfrm rot="16200000" flipV="1">
            <a:off x="7569725" y="3486453"/>
            <a:ext cx="191530" cy="1331420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AE1C77-EA6F-442F-BEA9-1A5CB2E2098E}"/>
              </a:ext>
            </a:extLst>
          </p:cNvPr>
          <p:cNvSpPr txBox="1"/>
          <p:nvPr/>
        </p:nvSpPr>
        <p:spPr>
          <a:xfrm>
            <a:off x="8392059" y="39674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F17A8959-F111-482A-B621-F41DA49F0CBA}"/>
              </a:ext>
            </a:extLst>
          </p:cNvPr>
          <p:cNvSpPr/>
          <p:nvPr/>
        </p:nvSpPr>
        <p:spPr>
          <a:xfrm flipV="1">
            <a:off x="7665490" y="5441205"/>
            <a:ext cx="191530" cy="269224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AC23B6-44C7-4D1E-95F2-DEE32401D823}"/>
              </a:ext>
            </a:extLst>
          </p:cNvPr>
          <p:cNvSpPr txBox="1"/>
          <p:nvPr/>
        </p:nvSpPr>
        <p:spPr>
          <a:xfrm>
            <a:off x="7610412" y="57294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pic>
        <p:nvPicPr>
          <p:cNvPr id="3" name="Picture 2" descr="A close-up of a microscope&#10;&#10;AI-generated content may be incorrect.">
            <a:extLst>
              <a:ext uri="{FF2B5EF4-FFF2-40B4-BE49-F238E27FC236}">
                <a16:creationId xmlns:a16="http://schemas.microsoft.com/office/drawing/2014/main" id="{78F13672-ECA6-F6DB-010F-EABB03D2B0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912" y="1062959"/>
            <a:ext cx="851232" cy="434485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04605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Rémy Jean Daniel Dornier</dc:creator>
  <cp:lastModifiedBy>Rémy Jean Daniel Dornier</cp:lastModifiedBy>
  <cp:revision>3</cp:revision>
  <dcterms:created xsi:type="dcterms:W3CDTF">2025-06-23T07:47:18Z</dcterms:created>
  <dcterms:modified xsi:type="dcterms:W3CDTF">2026-03-30T09:38:54Z</dcterms:modified>
</cp:coreProperties>
</file>